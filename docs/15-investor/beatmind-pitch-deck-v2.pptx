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BeatMind AI</a:t>
            </a:r>
          </a:p>
          <a:p>
            <a:pPr>
              <a:defRPr sz="2600">
                <a:solidFill>
                  <a:srgbClr val="E86A33"/>
                </a:solidFill>
              </a:defRPr>
            </a:pPr>
            <a:r>
              <a:t>Original songs in your language, at your price, that you own.</a:t>
            </a:r>
          </a:p>
          <a:p>
            <a:pPr>
              <a:defRPr sz="1400">
                <a:solidFill>
                  <a:srgbClr val="DDDDDD"/>
                </a:solidFill>
              </a:defRPr>
            </a:pPr>
            <a:r>
              <a:t>Draft v0.1 · [Founders' names] · [Date] · Contains no traction figures until measured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Creators in India need original music for videos every week.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AI music costs Indians about the US price: Suno Pro ₹999/month, 5x Spotify Premium's ₹199 (Oct 2026)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Leading tools lack native Hindi; Google's Lyria 3 has it (Jul 2026)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Some lock songs in: Udio does not allow downloads (Apr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Sources: SRC-111, SRC-116, SRC-112, SRC-101 in docs/registers/sources.csv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Type a vibe or paste lyrics in Hindi, Hinglish or English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Two takes in about a minute; keep one; download it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On a paid plan, the song is yours: every right BeatMind holds is assigned to you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Every song labelled as AI-made, with a licence and rights certificate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B03A2E"/>
                </a:solidFill>
              </a:defRPr>
            </a:pPr>
            <a:r>
              <a:t>[TO ADD: 60-second recording from the beta: vibe to video track; Hindi lyrics to song; certificate and verify page]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India: 518 million YouTube users, the largest audience (Apr 2026)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AI audio must now carry labels and provenance: India from 20 Feb 2026; EU from 2 Aug 2026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Open music models with commercial licences arrived in 2026 (ACE-Step 1.5, Feb 2026)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Self-hosted generation costs well under one US cent per take (calculated, to be measured)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Sources: SRC-114, SRC-117, SRC-119, SRC-106; TDD section 9.1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Bottom-up serviceable market for Indian creators</a:t>
            </a:r>
          </a:p>
          <a:p>
            <a:pPr>
              <a:spcAft>
                <a:spcPts val="1400"/>
              </a:spcAft>
              <a:defRPr sz="2200">
                <a:solidFill>
                  <a:srgbClr val="B03A2E"/>
                </a:solidFill>
              </a:defRPr>
            </a:pPr>
            <a:r>
              <a:t>[TO ADD after interviews and waitlist test: creator counts, measured conversion, local price]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No top-down market figure until one reputable source is chosen; published estimates differ about tenfold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Market analysis sections 2.2 and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makes BeatMind different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658368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BeatMind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Suno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Google Lyria 3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India price /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₹149 / ₹349 (to test)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₹999 / ₹2,999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Not checked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Not reported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Native Hindi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B03A2E"/>
                          </a:solidFill>
                        </a:defRPr>
                      </a:pPr>
                      <a:r>
                        <a:t>Language gate [TO ADD]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No (Hinglish works)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Not reported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Download and own paid songs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Downloads yes; ownership unclear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No downloads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Not reported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AI label and certificate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Yes, every song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Not reported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Not reported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SynthID watermark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Prices and features as reported Oct 2026; sources in market analysis 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Java 21 / Spring Boot core, Python GPU workers, Next.js web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Open-weight models with commercial licences; Lyria API as a capped fallback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Provenance ledger, C2PA content credentials and watermark on every song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Honest risk: model publishers' training-data statements are not independently verified; outputs are similarity-screened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TDD v2.0; ADR-007; RISK-001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Subscriptions with purchasing-power pricing in five country bands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India: Creator ₹149, Pro ₹349 (hypotheses to test); US: $8 and $18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Modelled contribution margin: about 61% (India Creator) to 92% (US Creator)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Free tier: capped, 5 commercial songs a month with 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Financial model (hypotheses; GPU cost to be measured)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B03A2E"/>
                </a:solidFill>
              </a:defRPr>
            </a:pPr>
            <a:r>
              <a:t>[TO ADD only from the evidence log: waitlist, interviews, listening-test results, beta keep rate and retention]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docs/11-validation/evidence-log.csv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India first, creators first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Founding-creator programme; Shorts and Reels content; SEO; creator and college communities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Then South Asia, Indonesia, Brazil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GTM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Competition and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Google Lyria 3 is the main threat in India (Hindi, Gemini and YouTube reach)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Open-model quality may trail Suno; language gate decides launch languages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Training-data provenance of open models; free-tier cost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Each risk has an owner and mitigation in the risk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docs/registers/risks.csv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B03A2E"/>
                </a:solidFill>
              </a:defRPr>
            </a:pPr>
            <a:r>
              <a:t>[TO ADD: founder and three senior developers, roles, experience]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Hiring after funding: audio-ML engineer, rights and partnerships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Jan 2027: closed beta and investor demo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Paid launch in India after gate G3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Phase 2: mixer and DJ deck for own songs, release to Spotify via a distributor, more Indian languages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Phase 3: licensed artist voices, public API, licensed-data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B03A2E"/>
                </a:solidFill>
              </a:defRPr>
            </a:pPr>
            <a:r>
              <a:t>[TO ADD by founders: amount and instrument]</a:t>
            </a:r>
          </a:p>
          <a:p>
            <a:pPr>
              <a:spcAft>
                <a:spcPts val="1400"/>
              </a:spcAft>
              <a:defRPr sz="2200">
                <a:solidFill>
                  <a:srgbClr val="222222"/>
                </a:solidFill>
              </a:defRPr>
            </a:pPr>
            <a:r>
              <a:t>• Use of funds: product and engineering 40%, compute 20%, licensed data and rights 15%, go-to-market 15%, legal, compliance and contingency 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Financial model section 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